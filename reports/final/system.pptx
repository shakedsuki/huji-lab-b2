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>
        <p:scale>
          <a:sx n="50" d="100"/>
          <a:sy n="50" d="100"/>
        </p:scale>
        <p:origin x="927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DA16-82CB-B65C-A087-48B9AF827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05B1A-E23C-AFAE-5734-3FEE05EFB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C8C87-E43C-ABBA-D9A9-8D3FBC5B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5981-2DE4-62D1-FD33-1BE6D1A6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CF0E1-8D1A-6D5A-6E53-3B97E564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908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C625-D11E-497D-02FB-C05C0D22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8145-E93E-3AF3-71E3-1DA6ED4B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9FAAE-82D0-0AA2-6C12-FD41DAA2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0AC43-D934-0BCC-9620-258FFBC50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FCF23-EB34-B65C-E2A7-20438EA7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998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36A0-B8BB-28C6-6A80-97010EB9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5FBC5-E438-07A7-6DA8-2E780B6CB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BF292-3862-F4DD-0FF8-885AFA28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6BF09-DE3A-1D70-5DDF-904CAFEA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A692B-221A-3298-B435-031322AC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013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1CA3-E7F3-0FF6-7049-B708AB9F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7AF7-44D7-2C05-679D-084E5E5F8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FDA0B-6D84-F1B7-8F41-00F3E0865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D7CED-00C0-A04F-CE9F-35348773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7896C-B41B-C61C-4834-A4FC23F2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6EC0C-3521-A1F0-F034-6C12FA74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74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DFC1-C79C-2847-1B58-E6F20C8C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195A0-FDCF-0155-7387-135D0359A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05E32-5E43-11BE-C75E-B147679C5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BE95E-0C0C-CD9D-BD15-83025700A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941D6-3ED8-6EEA-2958-1237BDA5B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D65E1-92C5-50EA-A37D-F2EE059A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6A181-61B6-E3FB-364F-6ABB7739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540A7-8CF4-DEF7-9E55-314BA840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864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B9F-37BA-957B-B51F-00CDCDDB6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01695-52A5-E2E0-42C1-C546148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8CB0B-173C-41CF-227A-7FB451A9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DA4E5-0457-D83E-59F7-4148A511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644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56DDD-9FF3-4AEB-3A58-CFFAE84D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6F22A-5B6A-EE6D-6130-87CD78E3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239F6-BF11-0E6B-476D-5D77C942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395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2C85-3B53-9757-794C-12CC0A45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EA241-F5A1-C76A-7BBF-2B2C32862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C9E37-9527-6C84-7A4A-E7CC70E95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347BA-B914-89E7-5DDC-1DD0BECF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DB376-300A-1108-C80E-E8E1F590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A06E4-73A2-B193-AAD6-2A1C619D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069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7B4F-419D-E6DC-A88D-1D48DDAD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29099-9BA1-0C6F-8D4C-1F791C9AD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7CA25-21D2-2AD1-B5B5-C17995180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338E5-4557-C059-FDCA-76C17504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3EED2-3E32-9896-E4AB-CABC974D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A87B9-BE7F-6FF9-55E5-D1E03288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217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5AEE-BD88-FBB4-123C-C9CDCCEF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DF407-3ABF-4798-9085-29241F444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D3C88-231C-AFD8-D129-AFF76657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9A058-ED57-6457-4256-E932FB32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56D42-85FC-433C-22BD-2BCF4442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132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4367D-6BA0-DE60-F218-5D5786469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58F08-FFA3-C565-67C0-767F818B2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2FF4-1F22-1AA6-F9B7-209AB045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B005-955F-ABAE-8804-6ADF43AA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6EF3B-0A6C-96E5-D79A-17A2162C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6881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5246E-4572-48FB-64E3-5469C7C6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8CD60-AFFF-3C23-5E37-3E527B9DE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0CC50-390A-ED9F-47AD-B4B8FEECF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422FC-599E-4015-B1B1-F570D2B8873F}" type="datetimeFigureOut">
              <a:rPr lang="en-IL" smtClean="0"/>
              <a:t>29/05/2026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8EBD-7CDC-08EE-183A-7B428AF60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4903-3E62-9B0E-7FAC-2FE1CADC8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387DC-0ADF-47B4-8409-50A8A161481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369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C19724-2330-C90F-013D-D3DD0140F60B}"/>
              </a:ext>
            </a:extLst>
          </p:cNvPr>
          <p:cNvSpPr/>
          <p:nvPr/>
        </p:nvSpPr>
        <p:spPr>
          <a:xfrm rot="19356013">
            <a:off x="6109266" y="1537797"/>
            <a:ext cx="447040" cy="24638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B7BF7-5834-1558-6DC5-6B3D05EA2D6F}"/>
              </a:ext>
            </a:extLst>
          </p:cNvPr>
          <p:cNvSpPr/>
          <p:nvPr/>
        </p:nvSpPr>
        <p:spPr>
          <a:xfrm rot="18576891">
            <a:off x="7520094" y="3037566"/>
            <a:ext cx="447040" cy="24638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EA154B-2B12-BAA4-1696-62A3E735FBC0}"/>
              </a:ext>
            </a:extLst>
          </p:cNvPr>
          <p:cNvSpPr/>
          <p:nvPr/>
        </p:nvSpPr>
        <p:spPr>
          <a:xfrm>
            <a:off x="6848920" y="3513022"/>
            <a:ext cx="223618" cy="21431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0376FE-6AF9-BC7E-6989-46CE68B975CD}"/>
              </a:ext>
            </a:extLst>
          </p:cNvPr>
          <p:cNvSpPr/>
          <p:nvPr/>
        </p:nvSpPr>
        <p:spPr>
          <a:xfrm>
            <a:off x="8420545" y="4817947"/>
            <a:ext cx="223618" cy="21431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F4E884-D88A-82D5-BB2B-7A735DA20DA0}"/>
              </a:ext>
            </a:extLst>
          </p:cNvPr>
          <p:cNvCxnSpPr>
            <a:stCxn id="6" idx="4"/>
          </p:cNvCxnSpPr>
          <p:nvPr/>
        </p:nvCxnSpPr>
        <p:spPr>
          <a:xfrm>
            <a:off x="6960729" y="3727335"/>
            <a:ext cx="0" cy="138350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2AE590-3885-3DCD-927F-A82500EAA0DE}"/>
              </a:ext>
            </a:extLst>
          </p:cNvPr>
          <p:cNvCxnSpPr/>
          <p:nvPr/>
        </p:nvCxnSpPr>
        <p:spPr>
          <a:xfrm>
            <a:off x="5727016" y="2070893"/>
            <a:ext cx="0" cy="138350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3B202DE-6FD0-77C5-F4C3-4CB1F5B9751C}"/>
              </a:ext>
            </a:extLst>
          </p:cNvPr>
          <p:cNvSpPr/>
          <p:nvPr/>
        </p:nvSpPr>
        <p:spPr>
          <a:xfrm>
            <a:off x="5615207" y="1908175"/>
            <a:ext cx="223618" cy="21431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BCBC93B-238E-185D-BC51-1E53FDE201DC}"/>
              </a:ext>
            </a:extLst>
          </p:cNvPr>
          <p:cNvSpPr/>
          <p:nvPr/>
        </p:nvSpPr>
        <p:spPr>
          <a:xfrm>
            <a:off x="6332786" y="3356371"/>
            <a:ext cx="1440179" cy="1383507"/>
          </a:xfrm>
          <a:prstGeom prst="arc">
            <a:avLst>
              <a:gd name="adj1" fmla="val 1689227"/>
              <a:gd name="adj2" fmla="val 5667909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E2CD13B0-4BC8-92CE-D970-076AD564206D}"/>
              </a:ext>
            </a:extLst>
          </p:cNvPr>
          <p:cNvSpPr/>
          <p:nvPr/>
        </p:nvSpPr>
        <p:spPr>
          <a:xfrm>
            <a:off x="5063115" y="1908482"/>
            <a:ext cx="1440179" cy="1383507"/>
          </a:xfrm>
          <a:prstGeom prst="arc">
            <a:avLst>
              <a:gd name="adj1" fmla="val 1689227"/>
              <a:gd name="adj2" fmla="val 5667909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64B7A8-FC45-A280-232E-76375DF774DA}"/>
                  </a:ext>
                </a:extLst>
              </p:cNvPr>
              <p:cNvSpPr txBox="1"/>
              <p:nvPr/>
            </p:nvSpPr>
            <p:spPr>
              <a:xfrm>
                <a:off x="5618023" y="2634530"/>
                <a:ext cx="7147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L" sz="3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64B7A8-FC45-A280-232E-76375DF77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023" y="2634530"/>
                <a:ext cx="71476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870BDF-A0F9-9ABC-DCB1-DF54F580E52E}"/>
                  </a:ext>
                </a:extLst>
              </p:cNvPr>
              <p:cNvSpPr txBox="1"/>
              <p:nvPr/>
            </p:nvSpPr>
            <p:spPr>
              <a:xfrm>
                <a:off x="6848920" y="4134717"/>
                <a:ext cx="7147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L" sz="32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870BDF-A0F9-9ABC-DCB1-DF54F580E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20" y="4134717"/>
                <a:ext cx="71476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Direct Access Storage 2">
            <a:extLst>
              <a:ext uri="{FF2B5EF4-FFF2-40B4-BE49-F238E27FC236}">
                <a16:creationId xmlns:a16="http://schemas.microsoft.com/office/drawing/2014/main" id="{48D0D376-7549-A6DF-4476-6AD168A0E7B9}"/>
              </a:ext>
            </a:extLst>
          </p:cNvPr>
          <p:cNvSpPr/>
          <p:nvPr/>
        </p:nvSpPr>
        <p:spPr>
          <a:xfrm>
            <a:off x="2254768" y="1539326"/>
            <a:ext cx="1633612" cy="979236"/>
          </a:xfrm>
          <a:prstGeom prst="flowChartMagneticDrum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D57D2D-1B7A-FC49-6943-9F46905E3DD9}"/>
              </a:ext>
            </a:extLst>
          </p:cNvPr>
          <p:cNvSpPr/>
          <p:nvPr/>
        </p:nvSpPr>
        <p:spPr>
          <a:xfrm>
            <a:off x="3570513" y="1950063"/>
            <a:ext cx="2146300" cy="1208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306440DA-62D2-A1A1-4AA2-BFEE37BCEC6B}"/>
              </a:ext>
            </a:extLst>
          </p:cNvPr>
          <p:cNvSpPr/>
          <p:nvPr/>
        </p:nvSpPr>
        <p:spPr>
          <a:xfrm>
            <a:off x="4028541" y="2045313"/>
            <a:ext cx="1111108" cy="89257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8B9E35-12A5-67BF-9D24-C6E46A388E4A}"/>
              </a:ext>
            </a:extLst>
          </p:cNvPr>
          <p:cNvSpPr/>
          <p:nvPr/>
        </p:nvSpPr>
        <p:spPr>
          <a:xfrm>
            <a:off x="3623599" y="1950063"/>
            <a:ext cx="1066525" cy="1208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33C2219C-DE7B-818F-3030-5619A9A788B7}"/>
              </a:ext>
            </a:extLst>
          </p:cNvPr>
          <p:cNvSpPr/>
          <p:nvPr/>
        </p:nvSpPr>
        <p:spPr>
          <a:xfrm flipV="1">
            <a:off x="4028541" y="1083072"/>
            <a:ext cx="1111108" cy="862098"/>
          </a:xfrm>
          <a:prstGeom prst="curvedUpArrow">
            <a:avLst>
              <a:gd name="adj1" fmla="val 23557"/>
              <a:gd name="adj2" fmla="val 47022"/>
              <a:gd name="adj3" fmla="val 286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A83945-E10E-E575-F27B-46492E3A5600}"/>
                  </a:ext>
                </a:extLst>
              </p:cNvPr>
              <p:cNvSpPr txBox="1"/>
              <p:nvPr/>
            </p:nvSpPr>
            <p:spPr>
              <a:xfrm>
                <a:off x="2388695" y="2600235"/>
                <a:ext cx="7147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𝑀𝑜𝑡𝑜𝑟</m:t>
                      </m:r>
                    </m:oMath>
                  </m:oMathPara>
                </a14:m>
                <a:endParaRPr lang="en-IL" sz="3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A83945-E10E-E575-F27B-46492E3A5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695" y="2600235"/>
                <a:ext cx="714763" cy="492443"/>
              </a:xfrm>
              <a:prstGeom prst="rect">
                <a:avLst/>
              </a:prstGeom>
              <a:blipFill>
                <a:blip r:embed="rId4"/>
                <a:stretch>
                  <a:fillRect r="-5897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04D976-CB32-7CE7-A843-5862A3CB074A}"/>
                  </a:ext>
                </a:extLst>
              </p:cNvPr>
              <p:cNvSpPr txBox="1"/>
              <p:nvPr/>
            </p:nvSpPr>
            <p:spPr>
              <a:xfrm>
                <a:off x="6415728" y="1908175"/>
                <a:ext cx="7147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𝑅𝑜𝑑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en-IL" sz="3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04D976-CB32-7CE7-A843-5862A3CB0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728" y="1908175"/>
                <a:ext cx="714763" cy="492443"/>
              </a:xfrm>
              <a:prstGeom prst="rect">
                <a:avLst/>
              </a:prstGeom>
              <a:blipFill>
                <a:blip r:embed="rId5"/>
                <a:stretch>
                  <a:fillRect r="-415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5ABC298-BE80-3009-388B-C751FE5B6256}"/>
                  </a:ext>
                </a:extLst>
              </p:cNvPr>
              <p:cNvSpPr txBox="1"/>
              <p:nvPr/>
            </p:nvSpPr>
            <p:spPr>
              <a:xfrm>
                <a:off x="7998066" y="3555681"/>
                <a:ext cx="76327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𝑅𝑜𝑑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IL" sz="3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5ABC298-BE80-3009-388B-C751FE5B6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066" y="3555681"/>
                <a:ext cx="763277" cy="492443"/>
              </a:xfrm>
              <a:prstGeom prst="rect">
                <a:avLst/>
              </a:prstGeom>
              <a:blipFill>
                <a:blip r:embed="rId6"/>
                <a:stretch>
                  <a:fillRect r="-328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9466</TotalTime>
  <Words>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 Cohen</dc:creator>
  <cp:lastModifiedBy>Nir Cohen</cp:lastModifiedBy>
  <cp:revision>2</cp:revision>
  <dcterms:created xsi:type="dcterms:W3CDTF">2026-05-06T22:44:23Z</dcterms:created>
  <dcterms:modified xsi:type="dcterms:W3CDTF">2026-05-29T12:58:49Z</dcterms:modified>
</cp:coreProperties>
</file>